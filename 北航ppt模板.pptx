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</p:sldMasterIdLst>
  <p:sldIdLst>
    <p:sldId id="267" r:id="rId5"/>
    <p:sldId id="268" r:id="rId6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112" y="20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2345055" y="4248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7b0a202020202266696c746572223a202230220a7d0a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>
            <a:alphaModFix amt="57000"/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5407025"/>
            <a:ext cx="12192000" cy="1450975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883920"/>
            <a:ext cx="4039235" cy="107950"/>
          </a:xfrm>
          <a:prstGeom prst="rect">
            <a:avLst/>
          </a:prstGeom>
          <a:solidFill>
            <a:srgbClr val="1453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3360738" y="937895"/>
            <a:ext cx="8820000" cy="0"/>
          </a:xfrm>
          <a:prstGeom prst="line">
            <a:avLst/>
          </a:prstGeom>
          <a:ln w="28575">
            <a:solidFill>
              <a:srgbClr val="1453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 descr="北京航空大学VI 基础部分-5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3180" y="55880"/>
            <a:ext cx="839031" cy="802800"/>
          </a:xfrm>
          <a:prstGeom prst="rect">
            <a:avLst/>
          </a:prstGeom>
        </p:spPr>
      </p:pic>
      <p:sp>
        <p:nvSpPr>
          <p:cNvPr id="16" name="文本框 15"/>
          <p:cNvSpPr txBox="1"/>
          <p:nvPr userDrawn="1">
            <p:custDataLst>
              <p:tags r:id="rId2"/>
            </p:custDataLst>
          </p:nvPr>
        </p:nvSpPr>
        <p:spPr>
          <a:xfrm>
            <a:off x="619125" y="193675"/>
            <a:ext cx="6266815" cy="5289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zh-CN" sz="2800" b="1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effectLst>
                  <a:glow rad="63500">
                    <a:schemeClr val="bg1"/>
                  </a:glo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CFD</a:t>
            </a:r>
            <a:r>
              <a:rPr lang="zh-CN" altLang="en-US" sz="2800" b="1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effectLst>
                  <a:glow rad="63500">
                    <a:schemeClr val="bg1"/>
                  </a:glo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学习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7b0a202020202266696c746572223a202230220a7d0a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>
            <a:alphaModFix amt="57000"/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5407025"/>
            <a:ext cx="12192000" cy="1450975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883920"/>
            <a:ext cx="4039235" cy="107950"/>
          </a:xfrm>
          <a:prstGeom prst="rect">
            <a:avLst/>
          </a:prstGeom>
          <a:solidFill>
            <a:srgbClr val="1453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3360738" y="937895"/>
            <a:ext cx="8820000" cy="0"/>
          </a:xfrm>
          <a:prstGeom prst="line">
            <a:avLst/>
          </a:prstGeom>
          <a:ln w="28575">
            <a:solidFill>
              <a:srgbClr val="1453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 descr="北京航空大学VI 基础部分-5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3180" y="55880"/>
            <a:ext cx="839031" cy="802800"/>
          </a:xfrm>
          <a:prstGeom prst="rect">
            <a:avLst/>
          </a:prstGeom>
        </p:spPr>
      </p:pic>
      <p:sp>
        <p:nvSpPr>
          <p:cNvPr id="16" name="文本框 15"/>
          <p:cNvSpPr txBox="1"/>
          <p:nvPr userDrawn="1">
            <p:custDataLst>
              <p:tags r:id="rId2"/>
            </p:custDataLst>
          </p:nvPr>
        </p:nvSpPr>
        <p:spPr>
          <a:xfrm>
            <a:off x="619125" y="193675"/>
            <a:ext cx="6266815" cy="5289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zh-CN" sz="2800" b="1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effectLst>
                  <a:glow rad="63500">
                    <a:schemeClr val="bg1"/>
                  </a:glo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CFD</a:t>
            </a:r>
            <a:r>
              <a:rPr lang="zh-CN" altLang="en-US" sz="2800" b="1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effectLst>
                  <a:glow rad="63500">
                    <a:schemeClr val="bg1"/>
                  </a:glo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学习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7b0a202020202266696c746572223a202230220a7d0a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>
            <a:alphaModFix amt="57000"/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5407025"/>
            <a:ext cx="12192000" cy="1450975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883920"/>
            <a:ext cx="4039235" cy="107950"/>
          </a:xfrm>
          <a:prstGeom prst="rect">
            <a:avLst/>
          </a:prstGeom>
          <a:solidFill>
            <a:srgbClr val="1453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3360738" y="937895"/>
            <a:ext cx="8820000" cy="0"/>
          </a:xfrm>
          <a:prstGeom prst="line">
            <a:avLst/>
          </a:prstGeom>
          <a:ln w="28575">
            <a:solidFill>
              <a:srgbClr val="1453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 descr="北京航空大学VI 基础部分-5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3180" y="55880"/>
            <a:ext cx="839031" cy="802800"/>
          </a:xfrm>
          <a:prstGeom prst="rect">
            <a:avLst/>
          </a:prstGeom>
        </p:spPr>
      </p:pic>
      <p:sp>
        <p:nvSpPr>
          <p:cNvPr id="16" name="文本框 15"/>
          <p:cNvSpPr txBox="1"/>
          <p:nvPr userDrawn="1">
            <p:custDataLst>
              <p:tags r:id="rId2"/>
            </p:custDataLst>
          </p:nvPr>
        </p:nvSpPr>
        <p:spPr>
          <a:xfrm>
            <a:off x="619125" y="193675"/>
            <a:ext cx="6266815" cy="5289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zh-CN" sz="2800" b="1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effectLst>
                  <a:glow rad="63500">
                    <a:schemeClr val="bg1"/>
                  </a:glo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CFD</a:t>
            </a:r>
            <a:r>
              <a:rPr lang="zh-CN" altLang="en-US" sz="2800" b="1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effectLst>
                  <a:glow rad="63500">
                    <a:schemeClr val="bg1"/>
                  </a:glo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学习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7b0a202020202266696c746572223a202230220a7d0a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>
            <a:alphaModFix amt="57000"/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5407025"/>
            <a:ext cx="12192000" cy="1450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ags" Target="../tags/tag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ags" Target="../tags/tag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ags" Target="../tags/tag11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ags" Target="../tags/tag1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tags" Target="../tags/tag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文本框 15"/>
          <p:cNvSpPr txBox="1"/>
          <p:nvPr userDrawn="1">
            <p:custDataLst>
              <p:tags r:id="rId14"/>
            </p:custDataLst>
          </p:nvPr>
        </p:nvSpPr>
        <p:spPr>
          <a:xfrm>
            <a:off x="619125" y="193675"/>
            <a:ext cx="6266815" cy="5289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2800" b="1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effectLst>
                  <a:glow rad="63500">
                    <a:schemeClr val="bg1"/>
                  </a:glo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伴随法优化原理</a:t>
            </a:r>
          </a:p>
        </p:txBody>
      </p:sp>
      <p:sp>
        <p:nvSpPr>
          <p:cNvPr id="39" name="椭圆 38"/>
          <p:cNvSpPr/>
          <p:nvPr userDrawn="1"/>
        </p:nvSpPr>
        <p:spPr>
          <a:xfrm>
            <a:off x="333402" y="380710"/>
            <a:ext cx="153591" cy="154781"/>
          </a:xfrm>
          <a:prstGeom prst="ellipse">
            <a:avLst/>
          </a:prstGeom>
          <a:solidFill>
            <a:srgbClr val="163794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760">
              <a:solidFill>
                <a:srgbClr val="01519A"/>
              </a:solidFill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 flipV="1">
            <a:off x="595119" y="821563"/>
            <a:ext cx="10792106" cy="442"/>
          </a:xfrm>
          <a:prstGeom prst="line">
            <a:avLst/>
          </a:prstGeom>
          <a:ln w="28575" cmpd="dbl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7" name="图片 6" descr="附件：北京航空航天大学标志组合汇总(1)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8836660" y="-29845"/>
            <a:ext cx="3401060" cy="9067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文本框 15"/>
          <p:cNvSpPr txBox="1"/>
          <p:nvPr userDrawn="1">
            <p:custDataLst>
              <p:tags r:id="rId14"/>
            </p:custDataLst>
          </p:nvPr>
        </p:nvSpPr>
        <p:spPr>
          <a:xfrm>
            <a:off x="619125" y="193675"/>
            <a:ext cx="6266815" cy="5289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zh-CN" sz="2800" b="1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effectLst>
                  <a:glow rad="63500">
                    <a:schemeClr val="bg1"/>
                  </a:glo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SLSQP</a:t>
            </a:r>
          </a:p>
        </p:txBody>
      </p:sp>
      <p:sp>
        <p:nvSpPr>
          <p:cNvPr id="39" name="椭圆 38"/>
          <p:cNvSpPr/>
          <p:nvPr userDrawn="1"/>
        </p:nvSpPr>
        <p:spPr>
          <a:xfrm>
            <a:off x="333402" y="380710"/>
            <a:ext cx="153591" cy="154781"/>
          </a:xfrm>
          <a:prstGeom prst="ellipse">
            <a:avLst/>
          </a:prstGeom>
          <a:solidFill>
            <a:srgbClr val="163794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760">
              <a:solidFill>
                <a:srgbClr val="01519A"/>
              </a:solidFill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 flipV="1">
            <a:off x="595119" y="821563"/>
            <a:ext cx="10792106" cy="442"/>
          </a:xfrm>
          <a:prstGeom prst="line">
            <a:avLst/>
          </a:prstGeom>
          <a:ln w="28575" cmpd="dbl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7" name="图片 6" descr="附件：北京航空航天大学标志组合汇总(1)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8836660" y="-29845"/>
            <a:ext cx="3401060" cy="9067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文本框 15"/>
          <p:cNvSpPr txBox="1"/>
          <p:nvPr userDrawn="1">
            <p:custDataLst>
              <p:tags r:id="rId14"/>
            </p:custDataLst>
          </p:nvPr>
        </p:nvSpPr>
        <p:spPr>
          <a:xfrm>
            <a:off x="619125" y="193675"/>
            <a:ext cx="6266815" cy="5289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zh-CN" sz="2800" b="1">
                <a:gradFill>
                  <a:gsLst>
                    <a:gs pos="0">
                      <a:srgbClr val="1E218C"/>
                    </a:gs>
                    <a:gs pos="100000">
                      <a:srgbClr val="2160B1"/>
                    </a:gs>
                  </a:gsLst>
                  <a:lin ang="6000000" scaled="0"/>
                </a:gradFill>
                <a:effectLst>
                  <a:glow rad="63500">
                    <a:schemeClr val="bg1"/>
                  </a:glo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SLSQP</a:t>
            </a:r>
          </a:p>
        </p:txBody>
      </p:sp>
      <p:sp>
        <p:nvSpPr>
          <p:cNvPr id="39" name="椭圆 38"/>
          <p:cNvSpPr/>
          <p:nvPr userDrawn="1"/>
        </p:nvSpPr>
        <p:spPr>
          <a:xfrm>
            <a:off x="333402" y="380710"/>
            <a:ext cx="153591" cy="154781"/>
          </a:xfrm>
          <a:prstGeom prst="ellipse">
            <a:avLst/>
          </a:prstGeom>
          <a:solidFill>
            <a:srgbClr val="163794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760">
              <a:solidFill>
                <a:srgbClr val="01519A"/>
              </a:solidFill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 flipV="1">
            <a:off x="595119" y="821563"/>
            <a:ext cx="10792106" cy="442"/>
          </a:xfrm>
          <a:prstGeom prst="line">
            <a:avLst/>
          </a:prstGeom>
          <a:ln w="28575" cmpd="dbl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7" name="图片 6" descr="附件：北京航空航天大学标志组合汇总(1)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8836660" y="-29845"/>
            <a:ext cx="3401060" cy="9067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2C7BE-7895-4DBD-891C-16EE10783E57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C635BB-96A0-4767-A16F-06CF3FF7FD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9" name="椭圆 38"/>
          <p:cNvSpPr/>
          <p:nvPr userDrawn="1"/>
        </p:nvSpPr>
        <p:spPr>
          <a:xfrm>
            <a:off x="333402" y="380710"/>
            <a:ext cx="153591" cy="154781"/>
          </a:xfrm>
          <a:prstGeom prst="ellipse">
            <a:avLst/>
          </a:prstGeom>
          <a:solidFill>
            <a:srgbClr val="163794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760">
              <a:solidFill>
                <a:srgbClr val="01519A"/>
              </a:solidFill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 flipV="1">
            <a:off x="595119" y="821563"/>
            <a:ext cx="10792106" cy="442"/>
          </a:xfrm>
          <a:prstGeom prst="line">
            <a:avLst/>
          </a:prstGeom>
          <a:ln w="28575" cmpd="dbl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7" name="图片 6" descr="附件：北京航空航天大学标志组合汇总(1)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8836660" y="-29845"/>
            <a:ext cx="3401060" cy="9067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3000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29&quot;:[50052409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0ba3027f-de75-4947-a2ae-635d4c264380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0ba3027f-de75-4947-a2ae-635d4c264380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0ba3027f-de75-4947-a2ae-635d4c264380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0ba3027f-de75-4947-a2ae-635d4c264380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lang="zh-CN" altLang="en-US">
            <a:solidFill>
              <a:schemeClr val="tx1"/>
            </a:solidFill>
          </a:defRPr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lang="zh-CN" altLang="en-US">
            <a:solidFill>
              <a:schemeClr val="tx1"/>
            </a:solidFill>
          </a:defRPr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lang="zh-CN" altLang="en-US">
            <a:solidFill>
              <a:schemeClr val="tx1"/>
            </a:solidFill>
          </a:defRPr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lang="zh-CN" altLang="en-US">
            <a:solidFill>
              <a:schemeClr val="tx1"/>
            </a:solidFill>
          </a:defRPr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等线</vt:lpstr>
      <vt:lpstr>黑体</vt:lpstr>
      <vt:lpstr>Arial</vt:lpstr>
      <vt:lpstr>Times New Roman</vt:lpstr>
      <vt:lpstr>Office 主题​​</vt:lpstr>
      <vt:lpstr>1_Office 主题​​</vt:lpstr>
      <vt:lpstr>2_Office 主题​​</vt:lpstr>
      <vt:lpstr>3_Office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无幻</dc:creator>
  <cp:lastModifiedBy>幻 无</cp:lastModifiedBy>
  <cp:revision>189</cp:revision>
  <dcterms:created xsi:type="dcterms:W3CDTF">2019-06-19T02:08:00Z</dcterms:created>
  <dcterms:modified xsi:type="dcterms:W3CDTF">2026-09-27T06:41:08Z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5FF2663D154744E88956F99F329D1CC9_13</vt:lpwstr>
  </property>
</Properties>
</file>